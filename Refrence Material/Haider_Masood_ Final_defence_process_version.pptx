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0A1E33"/>
          </a:solidFill>
          <a:ln w="12700">
            <a:solidFill>
              <a:srgbClr val="0A1E33"/>
            </a:solidFill>
            <a:prstDash val="solid"/>
          </a:ln>
        </p:spPr>
      </p:sp>
      <p:pic>
        <p:nvPicPr>
          <p:cNvPr id="4" name="Image 0" descr="D:\THESIS FINAL EXPERIMENTS\thesis_backup\thesis\artifacts\final_defence_presentation\assets\nu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6856" y="384048"/>
            <a:ext cx="1822704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097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Defence (Process Version)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6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Actually Built, Verified, and Finalized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5800" y="28346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Agricultural Resource Allocation through Reinforcement Learning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388620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(401636)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Artificial Intelligence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Zuhair Zafar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6245352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Computing, NUST SEECS | March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Real Work and Real Status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10607040" cy="5120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what existed before thesis customization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 and what changed in each phase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trail: tests, smoke runs, and generated artifacts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old 'fresh 113-job campaign pending' text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remains limited, and why</a:t>
            </a:r>
            <a:endParaRPr lang="en-US" sz="20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beyond finalized thesis evidence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 vs Thesis Target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960120"/>
            <a:ext cx="5394960" cy="5029200"/>
          </a:xfrm>
          <a:prstGeom prst="roundRect">
            <a:avLst/>
          </a:prstGeom>
          <a:solidFill>
            <a:srgbClr val="F4F8FD"/>
          </a:solidFill>
          <a:ln w="12700">
            <a:solidFill>
              <a:srgbClr val="D6E3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070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4846320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CyclesGym core envs and training scripts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simulator integration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thesis-specific evidence discipline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localization depth for Pakistan narrative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5394960" cy="50292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C6E6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2070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Target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1600200"/>
            <a:ext cx="4846320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Pakistan-adapted weather/soil/pricing stack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NPK-aware reward and reporting support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planning + fertilization integration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implemented-vs-future evidence policy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Actually Did: 5 Implementation Phases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2148840" cy="4572000"/>
          </a:xfrm>
          <a:prstGeom prst="roundRect">
            <a:avLst/>
          </a:prstGeom>
          <a:solidFill>
            <a:srgbClr val="ECF3FB"/>
          </a:solidFill>
          <a:ln w="12700">
            <a:solidFill>
              <a:srgbClr val="BF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3716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" y="171907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crop-calendar alignment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4640" y="1170432"/>
            <a:ext cx="2148840" cy="4572000"/>
          </a:xfrm>
          <a:prstGeom prst="roundRect">
            <a:avLst/>
          </a:prstGeom>
          <a:solidFill>
            <a:srgbClr val="F4F8FD"/>
          </a:solidFill>
          <a:ln w="12700">
            <a:solidFill>
              <a:srgbClr val="BFD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3716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44368" y="171907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localization + NPK scaffolding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66360" y="1170432"/>
            <a:ext cx="2148840" cy="4572000"/>
          </a:xfrm>
          <a:prstGeom prst="roundRect">
            <a:avLst/>
          </a:prstGeom>
          <a:solidFill>
            <a:srgbClr val="ECF3FB"/>
          </a:solidFill>
          <a:ln w="12700">
            <a:solidFill>
              <a:srgbClr val="BFD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3716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76088" y="171907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1170432"/>
            <a:ext cx="2148840" cy="4572000"/>
          </a:xfrm>
          <a:prstGeom prst="roundRect">
            <a:avLst/>
          </a:prstGeom>
          <a:solidFill>
            <a:srgbClr val="F4F8FD"/>
          </a:solidFill>
          <a:ln w="12700">
            <a:solidFill>
              <a:srgbClr val="BFD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13716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07808" y="171907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artifact hardening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29800" y="1170432"/>
            <a:ext cx="2148840" cy="4572000"/>
          </a:xfrm>
          <a:prstGeom prst="roundRect">
            <a:avLst/>
          </a:prstGeom>
          <a:solidFill>
            <a:srgbClr val="ECF3FB"/>
          </a:solidFill>
          <a:ln w="12700">
            <a:solidFill>
              <a:srgbClr val="BF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9528" y="137160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39528" y="1719072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NPK run-readiness checks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 Ended Up Building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system_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5699"/>
            <a:ext cx="7315200" cy="42774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3880" y="1005840"/>
            <a:ext cx="3383280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SB3 policies drive environment actions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writes simulator files and invokes CYCLES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parsed to observations and reward components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 captures explainable per-run artifacts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Verified It Works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932688"/>
            <a:ext cx="6583680" cy="51663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DD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7043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checks (March 8, 2026)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612648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test_thesis_reporting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test_pricing_utils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test_crop_planning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test_hierarchical_env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thesis build pipeline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98080" y="932688"/>
            <a:ext cx="4114800" cy="5166360"/>
          </a:xfrm>
          <a:prstGeom prst="roundRect">
            <a:avLst/>
          </a:prstGeom>
          <a:solidFill>
            <a:srgbClr val="EEF9F5"/>
          </a:solidFill>
          <a:ln w="12700">
            <a:solidFill>
              <a:srgbClr val="CBE9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170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Run Evidence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1812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offline_20260308_071804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| fertilization | NPK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weather | 1000 years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18120" y="29260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1819.76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mean: 1805.40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 17.60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F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holdout: 1816.86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Matrix Status (Completed Frozen Runs)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latest_matrix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7340"/>
            <a:ext cx="571500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914400"/>
            <a:ext cx="4983480" cy="4754880"/>
          </a:xfrm>
          <a:prstGeom prst="roundRect">
            <a:avLst/>
          </a:prstGeom>
          <a:solidFill>
            <a:srgbClr val="EEF9F5"/>
          </a:solidFill>
          <a:ln w="12700">
            <a:solidFill>
              <a:srgbClr val="CBE9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1161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0" y="1554480"/>
            <a:ext cx="43891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matrix jobs in final_113: 113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final_113 jobs: 113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final_42_ablation jobs: 42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reporting packs generated and archived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0" y="4389120"/>
            <a:ext cx="4389120" cy="109728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CBE8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47000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broad comparison is backed by frozen completed runs.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Old Phrase Means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051560"/>
            <a:ext cx="10698480" cy="1005840"/>
          </a:xfrm>
          <a:prstGeom prst="roundRect">
            <a:avLst/>
          </a:prstGeom>
          <a:solidFill>
            <a:srgbClr val="E9F1FB"/>
          </a:solidFill>
          <a:ln w="12700">
            <a:solidFill>
              <a:srgbClr val="C8DD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71600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phrase: 'Fresh 113-job campaign is pending for final comparative chapter'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10332720" cy="3017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statement came from an older provisional extraction snapshot.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final evidence now comes from completed final_113 and final_42_ablation folders.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comparative claims should be built from those frozen reporting packs.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pending wording should not override the finalized run directories.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5623560"/>
            <a:ext cx="10332720" cy="457200"/>
          </a:xfrm>
          <a:prstGeom prst="roundRect">
            <a:avLst/>
          </a:prstGeom>
          <a:solidFill>
            <a:srgbClr val="EAF7F0"/>
          </a:solidFill>
          <a:ln w="12700">
            <a:solidFill>
              <a:srgbClr val="CBE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742432"/>
            <a:ext cx="9966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version: planning and full execution are both complete; use the frozen final packs.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Runs: Context, Not Canonical Final Pack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historical_fertilization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24951"/>
            <a:ext cx="5669280" cy="2813538"/>
          </a:xfrm>
          <a:prstGeom prst="rect">
            <a:avLst/>
          </a:prstGeom>
        </p:spPr>
      </p:pic>
      <p:pic>
        <p:nvPicPr>
          <p:cNvPr id="9" name="Image 1" descr="D:\THESIS FINAL EXPERIMENTS\thesis_backup\thesis\artifacts\final_defence_presentation\assets\historical_crop_sc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40981"/>
            <a:ext cx="5074920" cy="2581477"/>
          </a:xfrm>
          <a:prstGeom prst="rect">
            <a:avLst/>
          </a:prstGeom>
        </p:spPr>
      </p:pic>
      <p:pic>
        <p:nvPicPr>
          <p:cNvPr id="10" name="Image 2" descr="D:\THESIS FINAL EXPERIMENTS\thesis_backup\thesis\artifacts\final_defence_presentation\assets\historical_runtime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901" y="3822192"/>
            <a:ext cx="3649078" cy="2103120"/>
          </a:xfrm>
          <a:prstGeom prst="rect">
            <a:avLst/>
          </a:prstGeom>
        </p:spPr>
      </p:pic>
      <p:pic>
        <p:nvPicPr>
          <p:cNvPr id="11" name="Image 3" descr="D:\THESIS FINAL EXPERIMENTS\thesis_backup\thesis\artifacts\final_defence_presentation\assets\historical_failure_signatu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985" y="3822192"/>
            <a:ext cx="466399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1060704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pipeline became coherent (weather, soil, yearly pricing).</a:t>
            </a:r>
            <a:endParaRPr lang="en-US" sz="18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NPK-aware reward and reporting integrated across modules.</a:t>
            </a:r>
            <a:endParaRPr lang="en-US" sz="18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environment implemented with report-rich outputs.</a:t>
            </a:r>
            <a:endParaRPr lang="en-US" sz="18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discipline improved confidence (tests + smoke runs).</a:t>
            </a:r>
            <a:endParaRPr lang="en-US" sz="18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800" dirty="0">
                <a:solidFill>
                  <a:srgbClr val="1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narrative became honest about implemented vs future scope.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Limited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1060704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7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validation yet, so evidence remains simulation-bounded.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7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as learned action still not implemented in active flow.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7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Rice-specific finalized localization/campaign is deferred.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7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matrix reruns are compute-intensive and expensive in wall-clock time.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7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old markdown and extracted-status notes had drift and needed correction.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Beyond Final Thesis Evidence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8" name="Image 0" descr="D:\THESIS FINAL EXPERIMENTS\thesis_backup\thesis\artifacts\final_defence_presentation\assets\future_work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01279"/>
            <a:ext cx="5440680" cy="2781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005840"/>
            <a:ext cx="5212080" cy="457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final_113 and final_42_ablation immutable as thesis evidence baselines.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irrigation/rice-focused experiments as post-thesis extension packs.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compute budgets and reproducibility scripts for reruns.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field-adjacent validation with agronomy stakeholders.</a:t>
            </a:r>
            <a:endParaRPr lang="en-US" sz="15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strict implemented-vs-future claim boundaries.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Documentation Alignment Completed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10607040" cy="475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docs rewritten to match completed final frozen run status.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'pending fresh campaign' wording removed from active surfaces.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comprehensive noob guide: noobs_guide_to_the_whole_work.md.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markdowns aligned to final completed evidence packs.</a:t>
            </a:r>
            <a:endParaRPr lang="en-US" sz="16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docs updated with thesis-boundary disclaimer and final status.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D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0"/>
          </a:xfrm>
          <a:prstGeom prst="line">
            <a:avLst/>
          </a:prstGeom>
          <a:noFill/>
          <a:ln w="12700">
            <a:solidFill>
              <a:srgbClr val="D9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92240"/>
            <a:ext cx="9966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Masood | Process-Focused Defence Deck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09960" y="64922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E5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932688"/>
            <a:ext cx="10972800" cy="530352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CF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Message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649224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thesis engineering work is real, deep, and verified.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policy is intentionally strict to avoid over-claiming.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comparative chapter is now supported by completed frozen runs (113 + 42).</a:t>
            </a:r>
            <a:endParaRPr lang="en-US" sz="17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7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is post-thesis extension: irrigation, rice, and field validation.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566160" cy="2194560"/>
          </a:xfrm>
          <a:prstGeom prst="roundRect">
            <a:avLst/>
          </a:prstGeom>
          <a:solidFill>
            <a:srgbClr val="0F2B46"/>
          </a:solidFill>
          <a:ln w="12700">
            <a:solidFill>
              <a:srgbClr val="0F2B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0574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3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NUST SEECS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Haider Masood Final Defence Process Version</dc:title>
  <dc:subject>Final Thesis Defence - Process Version</dc:subject>
  <dc:creator>Haider Masood</dc:creator>
  <cp:lastModifiedBy>Haider Masood</cp:lastModifiedBy>
  <cp:revision>1</cp:revision>
  <dcterms:created xsi:type="dcterms:W3CDTF">2026-03-24T08:13:17Z</dcterms:created>
  <dcterms:modified xsi:type="dcterms:W3CDTF">2026-03-24T08:13:17Z</dcterms:modified>
</cp:coreProperties>
</file>